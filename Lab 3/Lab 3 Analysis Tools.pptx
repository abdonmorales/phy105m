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70" r:id="rId2"/>
    <p:sldId id="271" r:id="rId3"/>
    <p:sldId id="272" r:id="rId4"/>
    <p:sldId id="269" r:id="rId5"/>
    <p:sldId id="274" r:id="rId6"/>
    <p:sldId id="275" r:id="rId7"/>
    <p:sldId id="276" r:id="rId8"/>
    <p:sldId id="277" r:id="rId9"/>
    <p:sldId id="279" r:id="rId10"/>
    <p:sldId id="278" r:id="rId11"/>
    <p:sldId id="280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599" autoAdjust="0"/>
  </p:normalViewPr>
  <p:slideViewPr>
    <p:cSldViewPr>
      <p:cViewPr varScale="1">
        <p:scale>
          <a:sx n="120" d="100"/>
          <a:sy n="120" d="100"/>
        </p:scale>
        <p:origin x="120" y="25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Ziegel" userId="effb329e609338b5" providerId="LiveId" clId="{494C004F-13B9-4503-A478-6C6C4ED14655}"/>
    <pc:docChg chg="modSld">
      <pc:chgData name="Joseph Ziegel" userId="effb329e609338b5" providerId="LiveId" clId="{494C004F-13B9-4503-A478-6C6C4ED14655}" dt="2020-09-21T16:19:37.436" v="4" actId="20577"/>
      <pc:docMkLst>
        <pc:docMk/>
      </pc:docMkLst>
      <pc:sldChg chg="modSp mod">
        <pc:chgData name="Joseph Ziegel" userId="effb329e609338b5" providerId="LiveId" clId="{494C004F-13B9-4503-A478-6C6C4ED14655}" dt="2020-09-21T16:19:37.436" v="4" actId="20577"/>
        <pc:sldMkLst>
          <pc:docMk/>
          <pc:sldMk cId="3752974918" sldId="272"/>
        </pc:sldMkLst>
        <pc:graphicFrameChg chg="modGraphic">
          <ac:chgData name="Joseph Ziegel" userId="effb329e609338b5" providerId="LiveId" clId="{494C004F-13B9-4503-A478-6C6C4ED14655}" dt="2020-09-21T16:19:37.436" v="4" actId="20577"/>
          <ac:graphicFrameMkLst>
            <pc:docMk/>
            <pc:sldMk cId="3752974918" sldId="272"/>
            <ac:graphicFrameMk id="6" creationId="{C7D65EA4-B230-486D-98A6-13F46DED7F04}"/>
          </ac:graphicFrameMkLst>
        </pc:graphicFrameChg>
      </pc:sldChg>
      <pc:sldChg chg="modSp mod">
        <pc:chgData name="Joseph Ziegel" userId="effb329e609338b5" providerId="LiveId" clId="{494C004F-13B9-4503-A478-6C6C4ED14655}" dt="2020-09-21T16:18:38.452" v="2" actId="20577"/>
        <pc:sldMkLst>
          <pc:docMk/>
          <pc:sldMk cId="2031030250" sldId="274"/>
        </pc:sldMkLst>
        <pc:graphicFrameChg chg="modGraphic">
          <ac:chgData name="Joseph Ziegel" userId="effb329e609338b5" providerId="LiveId" clId="{494C004F-13B9-4503-A478-6C6C4ED14655}" dt="2020-09-21T16:18:38.452" v="2" actId="20577"/>
          <ac:graphicFrameMkLst>
            <pc:docMk/>
            <pc:sldMk cId="2031030250" sldId="274"/>
            <ac:graphicFrameMk id="10" creationId="{4E98C86D-81BA-4333-8AD9-1E8E775983D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9/30/2022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9/30/2022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4BEA-4757-4491-9F13-6A4617F9D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7FB66-2298-4DE6-82E6-227C2E8F7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724B9-4BF4-4A2D-AB3F-D7726E76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8F0B3-0F63-4435-A765-CC376BCBE1DD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52252-5D88-48F7-9285-59205413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4C12-B5D6-4420-B9BD-250FEC8A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9422-18C8-4DE9-8C30-02FD0F436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2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4995-4F11-4A32-B07F-1123BACA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8F5D-2D07-43B7-9323-ECEEDEE05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BA224-9474-4623-B3D2-E6340DF74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4D53C-B2EF-4F19-8261-75D3CE4B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64FB4-BCFC-42E5-AF73-6DF3F001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52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2169-1202-4151-A983-CC02E3EC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4BBE0-623D-42CB-B6B3-28F1C9CE6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43983-618D-47A9-AF2D-4E4EC800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05250-BC02-409B-9D7E-C99B10B1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18609-9948-4DBD-BB2E-20F7E903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8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DC43-47BF-47BC-B4B2-83174D49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FFC41-4337-4066-B6FC-62BB9C134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E4A00-92CB-4468-A23C-CD35B803C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A93CF-5278-4F27-9F35-57DD29E2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D8AAE-1A54-48C1-A585-D9A341D8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3E085-7770-4C9E-8A78-86D85010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1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27E1-6C57-44E3-9013-AD89762E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75287-0987-4B69-ACD1-E4ED35702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D82BE-C770-46F5-B99B-6358E6360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59F01-5B37-45F9-8BF5-1011AD730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543F7-8EF5-412E-BCAC-94BD0EED3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7B838-117A-4212-965A-9A5FB3AD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115F4-2674-4144-8B3B-BA387764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EA05A-6B57-48DD-A285-7AE3B3A5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87DA-29D7-4263-B1BA-AA827F3D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783F9-8930-47FE-AC33-CDFDBFDA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9D75-EB73-4393-B131-CEAB573B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50728-EC5F-4CA9-87D9-BDD0781A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5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01A88-80C2-4106-A684-DB557BE5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29D54-C3E3-47A3-A191-CE367D73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9D4B6-D3B3-43B0-B2EC-283A3128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4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31A5-C066-4B8D-952B-7204E2229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CC82-5DEE-45CC-9DC0-D59DA608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DF05D-3029-4967-83D1-BE0694B0C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0A14E-C466-45B0-84A6-2C0FBE95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385B-C1A1-441D-9DEF-35133EA1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CAAA0-6927-4147-8078-2D5B7F3A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5D15-0B1E-4E39-A8B7-765F3901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08774-CD84-487F-9F1D-DBFF9B314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33BD9-0E6D-4469-9C52-18BC482B4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4B38F-B2B0-4CBC-9EF4-C1812E13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989C4-4055-4CFE-9646-4E878A07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3A807-7F09-4C1F-820D-B9187AA8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6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EF71-8F89-4786-8427-0A584F9C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CCCFF-8BDF-4431-A5C3-DF69F99FB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1918-3422-408C-A2A0-5D446CEC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A4235-A594-4BE1-9299-09946D04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FA55-3F17-4AA1-98FD-39DC106F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9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994FB-CD63-4435-91BD-D37E7A84C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32C8D-4DD3-406D-8520-ABDD6400B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48F3-0134-49C2-84A1-4DCAED5D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02853-F9EE-4BFE-BD3E-A32B1719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4D62-66F2-4973-ABA6-04C7A244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4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89124-95E9-4AEE-983E-6C645CB5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975FC-C3EF-4902-B053-FE739C45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02D05-3DE7-41C7-A081-BFBAC4A52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9/30/2022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D56A1-4653-4A91-B8CB-245E5C81B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19018-0A78-472E-B176-AE1DA56CD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6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B7B0-F311-40C2-9A29-318C29AD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1C7E756-A80E-4414-A29C-F70F195C6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2" y="2057400"/>
            <a:ext cx="7328482" cy="4140064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BF4F74A-17B6-4E39-B6F0-62C7D68FF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203154"/>
              </p:ext>
            </p:extLst>
          </p:nvPr>
        </p:nvGraphicFramePr>
        <p:xfrm>
          <a:off x="8532812" y="1905000"/>
          <a:ext cx="3366083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3093">
                  <a:extLst>
                    <a:ext uri="{9D8B030D-6E8A-4147-A177-3AD203B41FA5}">
                      <a16:colId xmlns:a16="http://schemas.microsoft.com/office/drawing/2014/main" val="92455485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74807787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9091147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1785226043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374459175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57392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103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15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21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9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725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73B87F3-F681-4762-ABE6-E0493DA85689}"/>
              </a:ext>
            </a:extLst>
          </p:cNvPr>
          <p:cNvSpPr txBox="1"/>
          <p:nvPr/>
        </p:nvSpPr>
        <p:spPr>
          <a:xfrm>
            <a:off x="9142412" y="4953000"/>
            <a:ext cx="2590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So, how do we determine </a:t>
            </a:r>
            <a:r>
              <a:rPr lang="en-US" sz="2400" dirty="0" err="1"/>
              <a:t>dA</a:t>
            </a:r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352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993C-388C-4EE9-AC75-54C2A25D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38AEB8BF-C135-4A92-959C-86D0A1F89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881609"/>
              </p:ext>
            </p:extLst>
          </p:nvPr>
        </p:nvGraphicFramePr>
        <p:xfrm>
          <a:off x="1598612" y="4495800"/>
          <a:ext cx="3366083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3093">
                  <a:extLst>
                    <a:ext uri="{9D8B030D-6E8A-4147-A177-3AD203B41FA5}">
                      <a16:colId xmlns:a16="http://schemas.microsoft.com/office/drawing/2014/main" val="92455485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74807787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9091147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1785226043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374459175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57392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103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15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21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9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72527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D65EA4-B230-486D-98A6-13F46DED7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91248"/>
              </p:ext>
            </p:extLst>
          </p:nvPr>
        </p:nvGraphicFramePr>
        <p:xfrm>
          <a:off x="6551612" y="4495800"/>
          <a:ext cx="4191000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32061622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0044289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121440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dL*</a:t>
                      </a:r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7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7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7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0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6349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0097A-92EA-454D-BCD0-792FCA632614}"/>
                  </a:ext>
                </a:extLst>
              </p:cNvPr>
              <p:cNvSpPr txBox="1"/>
              <p:nvPr/>
            </p:nvSpPr>
            <p:spPr>
              <a:xfrm>
                <a:off x="3656012" y="1925647"/>
                <a:ext cx="4215193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0097A-92EA-454D-BCD0-792FCA63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012" y="1925647"/>
                <a:ext cx="4215193" cy="332399"/>
              </a:xfrm>
              <a:prstGeom prst="rect">
                <a:avLst/>
              </a:prstGeom>
              <a:blipFill>
                <a:blip r:embed="rId2"/>
                <a:stretch>
                  <a:fillRect l="-1447" t="-11111" r="-2171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4D140F8-F8ED-4195-809D-4A88E9E37491}"/>
              </a:ext>
            </a:extLst>
          </p:cNvPr>
          <p:cNvSpPr txBox="1"/>
          <p:nvPr/>
        </p:nvSpPr>
        <p:spPr>
          <a:xfrm>
            <a:off x="1217612" y="2091847"/>
            <a:ext cx="16457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First Guess:</a:t>
            </a:r>
          </a:p>
        </p:txBody>
      </p:sp>
    </p:spTree>
    <p:extLst>
      <p:ext uri="{BB962C8B-B14F-4D97-AF65-F5344CB8AC3E}">
        <p14:creationId xmlns:p14="http://schemas.microsoft.com/office/powerpoint/2010/main" val="111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993C-388C-4EE9-AC75-54C2A25D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38AEB8BF-C135-4A92-959C-86D0A1F8982C}"/>
              </a:ext>
            </a:extLst>
          </p:cNvPr>
          <p:cNvGraphicFramePr>
            <a:graphicFrameLocks noGrp="1"/>
          </p:cNvGraphicFramePr>
          <p:nvPr/>
        </p:nvGraphicFramePr>
        <p:xfrm>
          <a:off x="1598612" y="4495800"/>
          <a:ext cx="3366083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3093">
                  <a:extLst>
                    <a:ext uri="{9D8B030D-6E8A-4147-A177-3AD203B41FA5}">
                      <a16:colId xmlns:a16="http://schemas.microsoft.com/office/drawing/2014/main" val="92455485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74807787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9091147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1785226043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374459175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57392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103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15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21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9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72527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D65EA4-B230-486D-98A6-13F46DED7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158339"/>
              </p:ext>
            </p:extLst>
          </p:nvPr>
        </p:nvGraphicFramePr>
        <p:xfrm>
          <a:off x="6551612" y="4495800"/>
          <a:ext cx="4191000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87086222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0044289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121440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dL*</a:t>
                      </a:r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7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= 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7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7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0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6349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0097A-92EA-454D-BCD0-792FCA632614}"/>
                  </a:ext>
                </a:extLst>
              </p:cNvPr>
              <p:cNvSpPr txBox="1"/>
              <p:nvPr/>
            </p:nvSpPr>
            <p:spPr>
              <a:xfrm>
                <a:off x="3579812" y="1905000"/>
                <a:ext cx="4215193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0097A-92EA-454D-BCD0-792FCA63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812" y="1905000"/>
                <a:ext cx="4215193" cy="332399"/>
              </a:xfrm>
              <a:prstGeom prst="rect">
                <a:avLst/>
              </a:prstGeom>
              <a:blipFill>
                <a:blip r:embed="rId2"/>
                <a:stretch>
                  <a:fillRect l="-1301" t="-11111" r="-2168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021F8F-0073-437D-9527-C6F1D595E340}"/>
                  </a:ext>
                </a:extLst>
              </p:cNvPr>
              <p:cNvSpPr txBox="1"/>
              <p:nvPr/>
            </p:nvSpPr>
            <p:spPr>
              <a:xfrm>
                <a:off x="3149598" y="2514600"/>
                <a:ext cx="5075620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𝐿𝑑𝑊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𝑊𝑑𝐿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𝑑𝐿𝑑𝑊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021F8F-0073-437D-9527-C6F1D595E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598" y="2514600"/>
                <a:ext cx="5075620" cy="332399"/>
              </a:xfrm>
              <a:prstGeom prst="rect">
                <a:avLst/>
              </a:prstGeom>
              <a:blipFill>
                <a:blip r:embed="rId3"/>
                <a:stretch>
                  <a:fillRect l="-1082" t="-7407" r="-96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4D140F8-F8ED-4195-809D-4A88E9E37491}"/>
              </a:ext>
            </a:extLst>
          </p:cNvPr>
          <p:cNvSpPr txBox="1"/>
          <p:nvPr/>
        </p:nvSpPr>
        <p:spPr>
          <a:xfrm>
            <a:off x="1217612" y="2091847"/>
            <a:ext cx="16457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First Guess: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B424FF-A8A9-4C5B-8DA3-EE31935F7583}"/>
              </a:ext>
            </a:extLst>
          </p:cNvPr>
          <p:cNvSpPr/>
          <p:nvPr/>
        </p:nvSpPr>
        <p:spPr>
          <a:xfrm>
            <a:off x="5288115" y="2264008"/>
            <a:ext cx="2966193" cy="828980"/>
          </a:xfrm>
          <a:prstGeom prst="ellipse">
            <a:avLst/>
          </a:prstGeom>
          <a:noFill/>
          <a:ln w="28575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EF2B15-8ECF-4671-B088-C33457DCB951}"/>
              </a:ext>
            </a:extLst>
          </p:cNvPr>
          <p:cNvCxnSpPr>
            <a:cxnSpLocks/>
          </p:cNvCxnSpPr>
          <p:nvPr/>
        </p:nvCxnSpPr>
        <p:spPr>
          <a:xfrm flipH="1" flipV="1">
            <a:off x="6246812" y="2847000"/>
            <a:ext cx="457200" cy="496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8F4225-410F-4208-A22F-39ED85C4E7BB}"/>
              </a:ext>
            </a:extLst>
          </p:cNvPr>
          <p:cNvCxnSpPr/>
          <p:nvPr/>
        </p:nvCxnSpPr>
        <p:spPr>
          <a:xfrm flipV="1">
            <a:off x="6704012" y="2819400"/>
            <a:ext cx="457200" cy="5241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7944300-7F68-44EF-9B87-3CFD70133533}"/>
              </a:ext>
            </a:extLst>
          </p:cNvPr>
          <p:cNvSpPr txBox="1"/>
          <p:nvPr/>
        </p:nvSpPr>
        <p:spPr>
          <a:xfrm>
            <a:off x="6475412" y="3272034"/>
            <a:ext cx="33528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Just as likely to cancel as to add!</a:t>
            </a:r>
          </a:p>
        </p:txBody>
      </p:sp>
    </p:spTree>
    <p:extLst>
      <p:ext uri="{BB962C8B-B14F-4D97-AF65-F5344CB8AC3E}">
        <p14:creationId xmlns:p14="http://schemas.microsoft.com/office/powerpoint/2010/main" val="375297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37982" y="1825624"/>
            <a:ext cx="5180251" cy="4575175"/>
          </a:xfrm>
        </p:spPr>
        <p:txBody>
          <a:bodyPr>
            <a:normAutofit/>
          </a:bodyPr>
          <a:lstStyle/>
          <a:p>
            <a:r>
              <a:rPr lang="en-US" dirty="0"/>
              <a:t>Each uncertainty contributes to the total uncertainty proportional to the partial derivative (slope of f with respect to that variable)</a:t>
            </a:r>
          </a:p>
          <a:p>
            <a:r>
              <a:rPr lang="en-US" dirty="0"/>
              <a:t>Multiple sources don’t simply add but add “in quadrature”, since they are as likely to cancel as add</a:t>
            </a:r>
          </a:p>
          <a:p>
            <a:r>
              <a:rPr lang="en-US" dirty="0"/>
              <a:t>We will always give you the needed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91C56B-AC76-418D-B296-C0B1E108D5E8}"/>
                  </a:ext>
                </a:extLst>
              </p:cNvPr>
              <p:cNvSpPr txBox="1"/>
              <p:nvPr/>
            </p:nvSpPr>
            <p:spPr>
              <a:xfrm>
                <a:off x="7313612" y="2090614"/>
                <a:ext cx="2836930" cy="982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91C56B-AC76-418D-B296-C0B1E108D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612" y="2090614"/>
                <a:ext cx="2836930" cy="982064"/>
              </a:xfrm>
              <a:prstGeom prst="rect">
                <a:avLst/>
              </a:prstGeom>
              <a:blipFill>
                <a:blip r:embed="rId2"/>
                <a:stretch>
                  <a:fillRect t="-2484" b="-1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80AC02-1AC6-47E4-B831-7950D2D054E5}"/>
                  </a:ext>
                </a:extLst>
              </p:cNvPr>
              <p:cNvSpPr txBox="1"/>
              <p:nvPr/>
            </p:nvSpPr>
            <p:spPr>
              <a:xfrm>
                <a:off x="6246812" y="4724400"/>
                <a:ext cx="4664675" cy="982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80AC02-1AC6-47E4-B831-7950D2D05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812" y="4724400"/>
                <a:ext cx="4664675" cy="982064"/>
              </a:xfrm>
              <a:prstGeom prst="rect">
                <a:avLst/>
              </a:prstGeom>
              <a:blipFill>
                <a:blip r:embed="rId3"/>
                <a:stretch>
                  <a:fillRect t="-1863" b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AF327ED-B84A-4E9B-B26D-12FC6D0A380F}"/>
              </a:ext>
            </a:extLst>
          </p:cNvPr>
          <p:cNvSpPr txBox="1"/>
          <p:nvPr/>
        </p:nvSpPr>
        <p:spPr>
          <a:xfrm>
            <a:off x="6194044" y="3622729"/>
            <a:ext cx="507606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For example, if f is a function of two variables, then…</a:t>
            </a:r>
          </a:p>
        </p:txBody>
      </p:sp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5521766-59CF-4F8F-B26C-228BB0464AEB}"/>
              </a:ext>
            </a:extLst>
          </p:cNvPr>
          <p:cNvGraphicFramePr>
            <a:graphicFrameLocks noGrp="1"/>
          </p:cNvGraphicFramePr>
          <p:nvPr/>
        </p:nvGraphicFramePr>
        <p:xfrm>
          <a:off x="1598612" y="4495800"/>
          <a:ext cx="3366083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3093">
                  <a:extLst>
                    <a:ext uri="{9D8B030D-6E8A-4147-A177-3AD203B41FA5}">
                      <a16:colId xmlns:a16="http://schemas.microsoft.com/office/drawing/2014/main" val="92455485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74807787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90911475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1785226043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3744591756"/>
                    </a:ext>
                  </a:extLst>
                </a:gridCol>
                <a:gridCol w="550598">
                  <a:extLst>
                    <a:ext uri="{9D8B030D-6E8A-4147-A177-3AD203B41FA5}">
                      <a16:colId xmlns:a16="http://schemas.microsoft.com/office/drawing/2014/main" val="257392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103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15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21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9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7252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4E98C86D-81BA-4333-8AD9-1E8E77598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25031"/>
              </p:ext>
            </p:extLst>
          </p:nvPr>
        </p:nvGraphicFramePr>
        <p:xfrm>
          <a:off x="6399212" y="4495800"/>
          <a:ext cx="4227909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9303">
                  <a:extLst>
                    <a:ext uri="{9D8B030D-6E8A-4147-A177-3AD203B41FA5}">
                      <a16:colId xmlns:a16="http://schemas.microsoft.com/office/drawing/2014/main" val="3663867533"/>
                    </a:ext>
                  </a:extLst>
                </a:gridCol>
                <a:gridCol w="1409303">
                  <a:extLst>
                    <a:ext uri="{9D8B030D-6E8A-4147-A177-3AD203B41FA5}">
                      <a16:colId xmlns:a16="http://schemas.microsoft.com/office/drawing/2014/main" val="3700442893"/>
                    </a:ext>
                  </a:extLst>
                </a:gridCol>
                <a:gridCol w="1409303">
                  <a:extLst>
                    <a:ext uri="{9D8B030D-6E8A-4147-A177-3AD203B41FA5}">
                      <a16:colId xmlns:a16="http://schemas.microsoft.com/office/drawing/2014/main" val="2121440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dL*</a:t>
                      </a:r>
                      <a:r>
                        <a:rPr lang="en-US" dirty="0" err="1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7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≈57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7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≈113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7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≈126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0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</a:t>
                      </a:r>
                      <a:r>
                        <a:rPr lang="en-US" dirty="0"/>
                        <a:t> = 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≈165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6349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4EA245-6212-4873-8EE4-EAE0BC328645}"/>
                  </a:ext>
                </a:extLst>
              </p:cNvPr>
              <p:cNvSpPr txBox="1"/>
              <p:nvPr/>
            </p:nvSpPr>
            <p:spPr>
              <a:xfrm>
                <a:off x="3579812" y="1945190"/>
                <a:ext cx="4215193" cy="249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4EA245-6212-4873-8EE4-EAE0BC32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812" y="1945190"/>
                <a:ext cx="4215193" cy="249299"/>
              </a:xfrm>
              <a:prstGeom prst="rect">
                <a:avLst/>
              </a:prstGeom>
              <a:blipFill>
                <a:blip r:embed="rId2"/>
                <a:stretch>
                  <a:fillRect t="-12195" b="-39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BDA74C-F908-4FBD-9B22-142141221188}"/>
                  </a:ext>
                </a:extLst>
              </p:cNvPr>
              <p:cNvSpPr txBox="1"/>
              <p:nvPr/>
            </p:nvSpPr>
            <p:spPr>
              <a:xfrm>
                <a:off x="3427412" y="2316910"/>
                <a:ext cx="5075620" cy="249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𝐿𝑑𝑊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𝑊𝑑𝐿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𝑑𝐿𝑑𝑊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BDA74C-F908-4FBD-9B22-14214122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412" y="2316910"/>
                <a:ext cx="5075620" cy="249299"/>
              </a:xfrm>
              <a:prstGeom prst="rect">
                <a:avLst/>
              </a:prstGeom>
              <a:blipFill>
                <a:blip r:embed="rId3"/>
                <a:stretch>
                  <a:fillRect t="-7317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346F71B-C6C6-4E09-ADA2-D16CF9BBFCD8}"/>
              </a:ext>
            </a:extLst>
          </p:cNvPr>
          <p:cNvSpPr txBox="1"/>
          <p:nvPr/>
        </p:nvSpPr>
        <p:spPr>
          <a:xfrm>
            <a:off x="2857099" y="2089296"/>
            <a:ext cx="164577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First Guess: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FBC7A5-CDB2-4D2C-8431-5C01FCAD5ABC}"/>
              </a:ext>
            </a:extLst>
          </p:cNvPr>
          <p:cNvSpPr txBox="1"/>
          <p:nvPr/>
        </p:nvSpPr>
        <p:spPr>
          <a:xfrm>
            <a:off x="2418437" y="3312964"/>
            <a:ext cx="188474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Final Answer: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FEB84C-FC9B-4BE1-8820-71AF8A81802C}"/>
                  </a:ext>
                </a:extLst>
              </p:cNvPr>
              <p:cNvSpPr txBox="1"/>
              <p:nvPr/>
            </p:nvSpPr>
            <p:spPr>
              <a:xfrm>
                <a:off x="4303184" y="3312964"/>
                <a:ext cx="3582456" cy="402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𝐿𝑑𝑊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𝑊𝑑𝐿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FEB84C-FC9B-4BE1-8820-71AF8A818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84" y="3312964"/>
                <a:ext cx="3582456" cy="402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DAE2BAE-8E21-48B9-BF35-B3156552555B}"/>
              </a:ext>
            </a:extLst>
          </p:cNvPr>
          <p:cNvSpPr txBox="1"/>
          <p:nvPr/>
        </p:nvSpPr>
        <p:spPr>
          <a:xfrm>
            <a:off x="1264032" y="6412546"/>
            <a:ext cx="899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*Remember to follow proper conventions with rounding/sig figs when reporting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203103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1981200"/>
            <a:ext cx="9945488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1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2057400"/>
            <a:ext cx="9831172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7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1600200"/>
            <a:ext cx="8153400" cy="441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3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1666172"/>
            <a:ext cx="9078592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5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69" y="1905000"/>
            <a:ext cx="10078857" cy="358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1412" y="4343400"/>
            <a:ext cx="44958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6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3355-E38C-4617-9659-8438532D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[Lab 3] Propagation of Uncertainty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69" y="1905000"/>
            <a:ext cx="10078857" cy="3581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436812" y="3810000"/>
            <a:ext cx="76200" cy="123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1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</TotalTime>
  <Words>509</Words>
  <Application>Microsoft Office PowerPoint</Application>
  <PresentationFormat>Custom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Corbel</vt:lpstr>
      <vt:lpstr>Office Theme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  <vt:lpstr>[Lab 3] Propagation of Uncertainty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Lenses</dc:title>
  <dc:creator>Joseph Ziegel</dc:creator>
  <cp:lastModifiedBy>Loveridge, Andrew J</cp:lastModifiedBy>
  <cp:revision>19</cp:revision>
  <dcterms:created xsi:type="dcterms:W3CDTF">2020-07-15T13:39:51Z</dcterms:created>
  <dcterms:modified xsi:type="dcterms:W3CDTF">2022-09-30T20:43:18Z</dcterms:modified>
</cp:coreProperties>
</file>