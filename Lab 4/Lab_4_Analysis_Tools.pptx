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24C5-023A-41BB-A458-64A77AFF3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818E4-AC5F-44F7-9C76-058882561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BCA90-40B2-420A-83A5-9B3BB9BB2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DBF73-D880-498A-A075-B05D4FA4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9A6C4-96E5-417F-8F29-52D06B4C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3DD6-B219-4619-9A2E-C9A80F8E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B74AE-2736-49BD-BA03-3C792AC20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21612-BCEF-4902-A6A0-A6BB8C2A3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88B71-5B77-4C0B-94F3-A42EE846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C6A1-7A8B-4D84-8830-F18EDB4B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4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AA32C-8229-4D8A-9AFF-FB10A6FF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B6274-2E11-4CBD-81D2-8BC0F242A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FAEB2-7E3F-4E3B-885E-FB7AE694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1A8B9-AB07-426C-8755-87FEF9C92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F397-EC0A-47D1-9533-0E007CCE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5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1F302-4685-4488-9791-2E6B286C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0275-9B7D-458C-AC5B-FA79F7904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4F58-1A7F-4062-90DE-36EE90BC2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E9003-E0C4-4AFA-99D6-02ABC01F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BE249-2032-4F0C-AB5A-82FA9254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DDC35-56C9-463D-BEAE-FD6B16464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3B10-56E9-442B-B181-F38F89EA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A8CD2-269E-4A5C-A4A3-AF63D5A45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55981-0F22-4996-8940-B7F3FCFC3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8092F-7CD2-46C7-AA5A-A4F3CF866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AD4A5-18D5-449A-B8CF-9CA66CB742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03E0E-D4BC-49AC-B6A3-6954028CA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3902EC-D0A6-4A39-B4C3-62316E12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AA7BE-5638-46C5-B484-58058490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71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BC33-012F-4E97-B639-FAA2E17E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8B4A3-0FAA-486A-AD43-8F65C5B6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9D863-90B5-4BDC-A7C8-AC520368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96AE9-EC82-419B-82E4-66E444F3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79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B9C99-6E0C-41A9-BE82-1437531E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C3009-0343-456B-AA53-E3FB8954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F4F89-2EB7-4592-8548-12850522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6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43D8-99BB-4C3D-8F0E-56AA6B1A9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4F875-BC48-420A-9E8F-BACC25F0B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01248-7334-42EA-8CFC-EED9C69D4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C5706-9F0A-4A44-BE72-7AA734BC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109DC-F58E-4242-8952-095B13CF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C49F4-303E-4485-80A9-C8E1538D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22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C431-B00C-4278-A382-779B4968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F5126-19AD-4FBB-9DC1-F6C5DB967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6C315-A2A4-4F6C-BE13-BBDE8D823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D685B-FDCA-4E17-B615-AC64F6B3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4CFF0-8162-44F6-9432-56191C746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8DA01-6198-4A07-81A6-36536685D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06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876B0-8005-4E50-985E-041868221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C0171-20FA-47E2-9555-63775D2A3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E5A60-E538-4BFD-96FC-6D1D65FC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16DEB-4D5A-453E-8B08-650CD784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06E52-B162-4294-ACB2-807FBE46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63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FFFD1-A23C-41E9-87EE-9C7C6E47E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F89AB-BE9C-4430-B8E4-610EC021A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779E-313D-43E4-B3D4-E1012BCB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4EDBC-0775-4418-8146-769CA798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B01C6-8322-4F66-AB22-7BAF602C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6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760BD-B659-4767-8D5E-23612E40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B9E8B-608D-449A-A20F-C72C00854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21E57-D0E4-4EB4-8FE0-05B45424A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F2F59-DAC3-47A7-9370-2A497C7A9FD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2ADAD-347C-4950-99D9-01C87C8D3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878B2-0F46-4A6B-B51C-1E40515BE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FD01C-1445-4C99-9A2F-FB572C908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1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86D5-8364-423F-84A2-DE64D592B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494"/>
          </a:xfrm>
        </p:spPr>
        <p:txBody>
          <a:bodyPr/>
          <a:lstStyle/>
          <a:p>
            <a:r>
              <a:rPr lang="en-US" dirty="0"/>
              <a:t>[Simulation Lab] Weighted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29D8-2249-42B9-8AC5-4E37FB871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620"/>
            <a:ext cx="10515600" cy="5220254"/>
          </a:xfrm>
        </p:spPr>
        <p:txBody>
          <a:bodyPr/>
          <a:lstStyle/>
          <a:p>
            <a:r>
              <a:rPr lang="en-US" dirty="0"/>
              <a:t>Earlier in the course, we learned how to take many measurements, find a mean, and that the uncertainty in the mean is given by the standard deviation of the mean</a:t>
            </a:r>
          </a:p>
          <a:p>
            <a:endParaRPr lang="en-US" dirty="0"/>
          </a:p>
          <a:p>
            <a:r>
              <a:rPr lang="en-US" dirty="0"/>
              <a:t>This assumes the information provided by each individual measurement are the same. Sometimes this is not the case! For example if their uncertainties are different.</a:t>
            </a:r>
          </a:p>
          <a:p>
            <a:endParaRPr lang="en-US" dirty="0"/>
          </a:p>
          <a:p>
            <a:r>
              <a:rPr lang="en-US" dirty="0"/>
              <a:t>We can instead use a </a:t>
            </a:r>
            <a:r>
              <a:rPr lang="en-US" i="1" u="sng" dirty="0"/>
              <a:t>weighted</a:t>
            </a:r>
            <a:r>
              <a:rPr lang="en-US" dirty="0"/>
              <a:t> average. We multiply each measurement times a weight, then divide by the total weight rather than the total number.</a:t>
            </a:r>
          </a:p>
        </p:txBody>
      </p:sp>
    </p:spTree>
    <p:extLst>
      <p:ext uri="{BB962C8B-B14F-4D97-AF65-F5344CB8AC3E}">
        <p14:creationId xmlns:p14="http://schemas.microsoft.com/office/powerpoint/2010/main" val="195075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86D5-8364-423F-84A2-DE64D592B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7494"/>
          </a:xfrm>
        </p:spPr>
        <p:txBody>
          <a:bodyPr/>
          <a:lstStyle/>
          <a:p>
            <a:r>
              <a:rPr lang="en-US" dirty="0"/>
              <a:t>[Simulation Lab] Weighted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29D8-2249-42B9-8AC5-4E37FB871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620"/>
            <a:ext cx="10515600" cy="52202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example we can weight each measurement so that those with small uncertainty “count more” and those with larger “count less”: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The associated uncertainty of the weighted average is: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these formulas simplify to the regular old mean and standard deviation of the mean if all the uncertainties are the same!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83D9A2-3F4B-4401-B0DA-9C1B3FD68186}"/>
                  </a:ext>
                </a:extLst>
              </p:cNvPr>
              <p:cNvSpPr txBox="1"/>
              <p:nvPr/>
            </p:nvSpPr>
            <p:spPr>
              <a:xfrm>
                <a:off x="1385740" y="2549950"/>
                <a:ext cx="4800353" cy="7312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𝑤𝑒𝑖𝑔h𝑡𝑒𝑑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83D9A2-3F4B-4401-B0DA-9C1B3FD68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740" y="2549950"/>
                <a:ext cx="4800353" cy="7312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8F09D7-7620-4AF0-9DB8-503E1F0FB05D}"/>
                  </a:ext>
                </a:extLst>
              </p:cNvPr>
              <p:cNvSpPr txBox="1"/>
              <p:nvPr/>
            </p:nvSpPr>
            <p:spPr>
              <a:xfrm>
                <a:off x="7220933" y="2490126"/>
                <a:ext cx="2613215" cy="791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𝑤h𝑒𝑟𝑒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8F09D7-7620-4AF0-9DB8-503E1F0FB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933" y="2490126"/>
                <a:ext cx="2613215" cy="791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78A39B-5617-44F4-B9F6-F4887290D449}"/>
                  </a:ext>
                </a:extLst>
              </p:cNvPr>
              <p:cNvSpPr txBox="1"/>
              <p:nvPr/>
            </p:nvSpPr>
            <p:spPr>
              <a:xfrm>
                <a:off x="3318234" y="4341459"/>
                <a:ext cx="5989140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acc>
                            <m:accPr>
                              <m:chr m:val="̅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𝑤𝑒𝑖𝑔h𝑡𝑒𝑑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</m:e>
                          </m:rad>
                        </m:den>
                      </m:f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𝑤𝑒𝑖𝑔h𝑡𝑒𝑑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78A39B-5617-44F4-B9F6-F4887290D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234" y="4341459"/>
                <a:ext cx="5989140" cy="10911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9128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0D2A1-5C9A-41C5-9B2D-C74652C98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[Simulation Lab] </a:t>
            </a:r>
            <a:r>
              <a:rPr lang="en-US" dirty="0"/>
              <a:t>Weighted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4D1AC-892B-4EA7-A74C-D34348003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215"/>
            <a:ext cx="10515600" cy="5608949"/>
          </a:xfrm>
        </p:spPr>
        <p:txBody>
          <a:bodyPr>
            <a:normAutofit/>
          </a:bodyPr>
          <a:lstStyle/>
          <a:p>
            <a:r>
              <a:rPr lang="en-US" dirty="0"/>
              <a:t>Example: Chef 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 this is closest to 5.3, because the uncertainty is very small!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the final result is: 6.1+/-1.8 cm</a:t>
            </a:r>
          </a:p>
          <a:p>
            <a:pPr marL="0" indent="0">
              <a:buNone/>
            </a:pPr>
            <a:r>
              <a:rPr lang="en-US" dirty="0"/>
              <a:t>(If we’d used a regular average we’d have gotten: 15+/-3 cm)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95B1F9-CBE1-497F-A991-E45A0F67A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284" y="1123628"/>
            <a:ext cx="3896269" cy="2305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D16AC4-793C-49C2-A2EF-130D15F597B8}"/>
                  </a:ext>
                </a:extLst>
              </p:cNvPr>
              <p:cNvSpPr txBox="1"/>
              <p:nvPr/>
            </p:nvSpPr>
            <p:spPr>
              <a:xfrm>
                <a:off x="200320" y="1916278"/>
                <a:ext cx="7048964" cy="1081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𝑤𝑒𝑖𝑔h𝑡𝑒𝑑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5.3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.5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+18.7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+19.1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+16.9(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.5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≈6.1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D16AC4-793C-49C2-A2EF-130D15F59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20" y="1916278"/>
                <a:ext cx="7048964" cy="10810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F1E311-6849-4B7F-B64B-1E0BD12BE934}"/>
                  </a:ext>
                </a:extLst>
              </p:cNvPr>
              <p:cNvSpPr txBox="1"/>
              <p:nvPr/>
            </p:nvSpPr>
            <p:spPr>
              <a:xfrm>
                <a:off x="200320" y="4214062"/>
                <a:ext cx="11153480" cy="1169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acc>
                            <m:accPr>
                              <m:chr m:val="̅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𝑤𝑒𝑖𝑔h𝑡𝑒𝑑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4−1</m:t>
                              </m:r>
                            </m:e>
                          </m:rad>
                        </m:den>
                      </m:f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5.3−6.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.5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18.7−6.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19.1−6.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16.9−6.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.5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≈1.8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F1E311-6849-4B7F-B64B-1E0BD12BE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20" y="4214062"/>
                <a:ext cx="11153480" cy="1169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863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229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[Simulation Lab] Weighted Average</vt:lpstr>
      <vt:lpstr>[Simulation Lab] Weighted Average</vt:lpstr>
      <vt:lpstr>[Simulation Lab] Weighted Average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Loveridge, Andrew J</dc:creator>
  <cp:lastModifiedBy>Loveridge, Andrew J</cp:lastModifiedBy>
  <cp:revision>5</cp:revision>
  <dcterms:created xsi:type="dcterms:W3CDTF">2021-09-26T21:52:01Z</dcterms:created>
  <dcterms:modified xsi:type="dcterms:W3CDTF">2022-10-09T21:30:22Z</dcterms:modified>
</cp:coreProperties>
</file>